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7" r:id="rId5"/>
    <p:sldId id="256" r:id="rId6"/>
  </p:sldIdLst>
  <p:sldSz cx="32918400" cy="21945600"/>
  <p:notesSz cx="6858000" cy="9144000"/>
  <p:embeddedFontLst>
    <p:embeddedFont>
      <p:font typeface="Arab Times" panose="02000400000000000000" pitchFamily="2" charset="-78"/>
      <p:regular r:id="rId7"/>
    </p:embeddedFont>
    <p:embeddedFont>
      <p:font typeface="Calibri (MS)" panose="020F0502020204030204" pitchFamily="34" charset="0"/>
      <p:regular r:id="rId8"/>
    </p:embeddedFont>
    <p:embeddedFont>
      <p:font typeface="Impact" panose="020B0806030902050204" pitchFamily="34" charset="0"/>
      <p:regular r:id="rId9"/>
    </p:embeddedFont>
    <p:embeddedFont>
      <p:font typeface="Trebuchet MS" panose="020B0703020202090204" pitchFamily="34" charset="0"/>
      <p:regular r:id="rId10"/>
      <p:bold r:id="rId11"/>
      <p:italic r:id="rId12"/>
      <p:boldItalic r:id="rId13"/>
    </p:embeddedFont>
    <p:embeddedFont>
      <p:font typeface="Trebuchet MS 1 Bold" panose="020B0703020202090204" pitchFamily="34" charset="0"/>
      <p:regular r:id="rId14"/>
      <p:bold r:id="rId15"/>
      <p:italic r:id="rId16"/>
      <p:boldItalic r:id="rId17"/>
    </p:embeddedFont>
    <p:embeddedFont>
      <p:font typeface="Trebuchet MS 2" panose="020B070302020209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 autoAdjust="0"/>
    <p:restoredTop sz="94632" autoAdjust="0"/>
  </p:normalViewPr>
  <p:slideViewPr>
    <p:cSldViewPr>
      <p:cViewPr varScale="1">
        <p:scale>
          <a:sx n="34" d="100"/>
          <a:sy n="34" d="100"/>
        </p:scale>
        <p:origin x="86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F519-4545-AE6C-382F-361026CF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F6BB29-207A-B5DA-F0C9-3C80D683EDF5}"/>
              </a:ext>
            </a:extLst>
          </p:cNvPr>
          <p:cNvGrpSpPr/>
          <p:nvPr/>
        </p:nvGrpSpPr>
        <p:grpSpPr>
          <a:xfrm>
            <a:off x="-11429" y="1"/>
            <a:ext cx="32938206" cy="3396814"/>
            <a:chOff x="0" y="0"/>
            <a:chExt cx="43917608" cy="45290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1293AA-2278-6E6C-61CE-84E88A31A468}"/>
                </a:ext>
              </a:extLst>
            </p:cNvPr>
            <p:cNvSpPr/>
            <p:nvPr/>
          </p:nvSpPr>
          <p:spPr>
            <a:xfrm>
              <a:off x="0" y="0"/>
              <a:ext cx="43917617" cy="4529074"/>
            </a:xfrm>
            <a:custGeom>
              <a:avLst/>
              <a:gdLst/>
              <a:ahLst/>
              <a:cxnLst/>
              <a:rect l="l" t="t" r="r" b="b"/>
              <a:pathLst>
                <a:path w="43917617" h="4529074">
                  <a:moveTo>
                    <a:pt x="0" y="0"/>
                  </a:moveTo>
                  <a:lnTo>
                    <a:pt x="43917617" y="0"/>
                  </a:lnTo>
                  <a:lnTo>
                    <a:pt x="43917617" y="4529074"/>
                  </a:lnTo>
                  <a:lnTo>
                    <a:pt x="0" y="4529074"/>
                  </a:lnTo>
                  <a:close/>
                </a:path>
              </a:pathLst>
            </a:custGeom>
            <a:solidFill>
              <a:srgbClr val="CC06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6CCE1B2-B4A8-6C8D-D282-15E47E147D4F}"/>
                </a:ext>
              </a:extLst>
            </p:cNvPr>
            <p:cNvSpPr txBox="1"/>
            <p:nvPr/>
          </p:nvSpPr>
          <p:spPr>
            <a:xfrm>
              <a:off x="0" y="-19050"/>
              <a:ext cx="43917608" cy="454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817C327-D0CA-FE06-751C-9C122B2F5DA1}"/>
              </a:ext>
            </a:extLst>
          </p:cNvPr>
          <p:cNvGrpSpPr/>
          <p:nvPr/>
        </p:nvGrpSpPr>
        <p:grpSpPr>
          <a:xfrm>
            <a:off x="-19806" y="451464"/>
            <a:ext cx="32918400" cy="1371600"/>
            <a:chOff x="0" y="0"/>
            <a:chExt cx="43891200" cy="1828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19B2244-38E7-E8F4-5718-A4A36EA2DF8A}"/>
                </a:ext>
              </a:extLst>
            </p:cNvPr>
            <p:cNvSpPr/>
            <p:nvPr/>
          </p:nvSpPr>
          <p:spPr>
            <a:xfrm>
              <a:off x="0" y="0"/>
              <a:ext cx="43891200" cy="1828800"/>
            </a:xfrm>
            <a:custGeom>
              <a:avLst/>
              <a:gdLst/>
              <a:ahLst/>
              <a:cxnLst/>
              <a:rect l="l" t="t" r="r" b="b"/>
              <a:pathLst>
                <a:path w="43891200" h="1828800">
                  <a:moveTo>
                    <a:pt x="0" y="0"/>
                  </a:moveTo>
                  <a:lnTo>
                    <a:pt x="43891200" y="0"/>
                  </a:lnTo>
                  <a:lnTo>
                    <a:pt x="43891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7469ED4-0765-1DA1-CB5B-60B1AB1C7D3E}"/>
                </a:ext>
              </a:extLst>
            </p:cNvPr>
            <p:cNvSpPr txBox="1"/>
            <p:nvPr/>
          </p:nvSpPr>
          <p:spPr>
            <a:xfrm>
              <a:off x="0" y="-47625"/>
              <a:ext cx="43891200" cy="18764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Project Title: An Exciting Project with Even More Exciting Results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4B674DD-2EB8-D596-4D5B-A3F8CF3F2298}"/>
              </a:ext>
            </a:extLst>
          </p:cNvPr>
          <p:cNvGrpSpPr/>
          <p:nvPr/>
        </p:nvGrpSpPr>
        <p:grpSpPr>
          <a:xfrm>
            <a:off x="-19806" y="2047956"/>
            <a:ext cx="32918400" cy="694800"/>
            <a:chOff x="0" y="0"/>
            <a:chExt cx="43891200" cy="92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EB1A334-1F7D-7C6E-5C60-26C54C0F8EA2}"/>
                </a:ext>
              </a:extLst>
            </p:cNvPr>
            <p:cNvSpPr/>
            <p:nvPr/>
          </p:nvSpPr>
          <p:spPr>
            <a:xfrm>
              <a:off x="0" y="0"/>
              <a:ext cx="43891200" cy="926400"/>
            </a:xfrm>
            <a:custGeom>
              <a:avLst/>
              <a:gdLst/>
              <a:ahLst/>
              <a:cxnLst/>
              <a:rect l="l" t="t" r="r" b="b"/>
              <a:pathLst>
                <a:path w="43891200" h="926400">
                  <a:moveTo>
                    <a:pt x="0" y="0"/>
                  </a:moveTo>
                  <a:lnTo>
                    <a:pt x="43891200" y="0"/>
                  </a:lnTo>
                  <a:lnTo>
                    <a:pt x="43891200" y="926400"/>
                  </a:lnTo>
                  <a:lnTo>
                    <a:pt x="0" y="92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8288E46-B37A-7461-58C1-CE50D23ACEAF}"/>
                </a:ext>
              </a:extLst>
            </p:cNvPr>
            <p:cNvSpPr txBox="1"/>
            <p:nvPr/>
          </p:nvSpPr>
          <p:spPr>
            <a:xfrm>
              <a:off x="0" y="-19050"/>
              <a:ext cx="43891200" cy="94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Author Author, Author Author, Author Author, Author Author, and Author Author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225F520-90F0-68DB-1604-A231A628CB41}"/>
              </a:ext>
            </a:extLst>
          </p:cNvPr>
          <p:cNvGrpSpPr/>
          <p:nvPr/>
        </p:nvGrpSpPr>
        <p:grpSpPr>
          <a:xfrm>
            <a:off x="28956000" y="387001"/>
            <a:ext cx="3340885" cy="2703311"/>
            <a:chOff x="-425313" y="0"/>
            <a:chExt cx="4454513" cy="360441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1397AD7-5497-B0F0-276C-0E2AD412EB2E}"/>
                </a:ext>
              </a:extLst>
            </p:cNvPr>
            <p:cNvSpPr/>
            <p:nvPr/>
          </p:nvSpPr>
          <p:spPr>
            <a:xfrm>
              <a:off x="0" y="0"/>
              <a:ext cx="4029200" cy="3406007"/>
            </a:xfrm>
            <a:custGeom>
              <a:avLst/>
              <a:gdLst/>
              <a:ahLst/>
              <a:cxnLst/>
              <a:rect l="l" t="t" r="r" b="b"/>
              <a:pathLst>
                <a:path w="4029200" h="3406007">
                  <a:moveTo>
                    <a:pt x="0" y="0"/>
                  </a:moveTo>
                  <a:lnTo>
                    <a:pt x="4029200" y="0"/>
                  </a:lnTo>
                  <a:lnTo>
                    <a:pt x="4029200" y="3406007"/>
                  </a:lnTo>
                  <a:lnTo>
                    <a:pt x="0" y="3406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4D698FA-5C78-0F64-6AEF-18D0D1DBEE77}"/>
                </a:ext>
              </a:extLst>
            </p:cNvPr>
            <p:cNvSpPr txBox="1"/>
            <p:nvPr/>
          </p:nvSpPr>
          <p:spPr>
            <a:xfrm>
              <a:off x="-425313" y="188883"/>
              <a:ext cx="4029200" cy="34155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56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Optional QR Code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+ remove this box</a:t>
              </a:r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9A0F59A5-D7E6-AE2E-DEED-9512863AF9A1}"/>
              </a:ext>
            </a:extLst>
          </p:cNvPr>
          <p:cNvGrpSpPr/>
          <p:nvPr/>
        </p:nvGrpSpPr>
        <p:grpSpPr>
          <a:xfrm>
            <a:off x="22566085" y="19841888"/>
            <a:ext cx="9730800" cy="1446509"/>
            <a:chOff x="0" y="0"/>
            <a:chExt cx="12974400" cy="1928679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44DE746C-AABB-1ADD-A006-46CC5A03AA60}"/>
                </a:ext>
              </a:extLst>
            </p:cNvPr>
            <p:cNvSpPr/>
            <p:nvPr/>
          </p:nvSpPr>
          <p:spPr>
            <a:xfrm>
              <a:off x="0" y="0"/>
              <a:ext cx="12974400" cy="1928679"/>
            </a:xfrm>
            <a:custGeom>
              <a:avLst/>
              <a:gdLst/>
              <a:ahLst/>
              <a:cxnLst/>
              <a:rect l="l" t="t" r="r" b="b"/>
              <a:pathLst>
                <a:path w="12974400" h="1928679">
                  <a:moveTo>
                    <a:pt x="0" y="0"/>
                  </a:moveTo>
                  <a:lnTo>
                    <a:pt x="12974400" y="0"/>
                  </a:lnTo>
                  <a:lnTo>
                    <a:pt x="12974400" y="1928679"/>
                  </a:lnTo>
                  <a:lnTo>
                    <a:pt x="0" y="1928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948143AC-57FA-2781-D533-3DE1DAFF7210}"/>
                </a:ext>
              </a:extLst>
            </p:cNvPr>
            <p:cNvSpPr txBox="1"/>
            <p:nvPr/>
          </p:nvSpPr>
          <p:spPr>
            <a:xfrm>
              <a:off x="0" y="-9525"/>
              <a:ext cx="12974400" cy="19382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Arab Times"/>
                  <a:ea typeface="Arab Times"/>
                  <a:cs typeface="Arab Times"/>
                  <a:sym typeface="Arab Times"/>
                </a:rPr>
                <a:t>[Footer: links, additional logos...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Arab Times"/>
                  <a:ea typeface="Arab Times"/>
                  <a:cs typeface="Arab Times"/>
                  <a:sym typeface="Arab Times"/>
                </a:rPr>
                <a:t>QR codes etc., remove box if not needed]</a:t>
              </a:r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D3EFDE02-689E-0EEB-F336-5D178B9A2585}"/>
              </a:ext>
            </a:extLst>
          </p:cNvPr>
          <p:cNvGrpSpPr/>
          <p:nvPr/>
        </p:nvGrpSpPr>
        <p:grpSpPr>
          <a:xfrm>
            <a:off x="22546207" y="20456535"/>
            <a:ext cx="9589687" cy="777145"/>
            <a:chOff x="-1422517" y="-85725"/>
            <a:chExt cx="12684649" cy="1036193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E22069D5-176A-DF5E-EDFE-FB70C97260F4}"/>
                </a:ext>
              </a:extLst>
            </p:cNvPr>
            <p:cNvSpPr/>
            <p:nvPr/>
          </p:nvSpPr>
          <p:spPr>
            <a:xfrm>
              <a:off x="0" y="0"/>
              <a:ext cx="11262132" cy="950468"/>
            </a:xfrm>
            <a:custGeom>
              <a:avLst/>
              <a:gdLst/>
              <a:ahLst/>
              <a:cxnLst/>
              <a:rect l="l" t="t" r="r" b="b"/>
              <a:pathLst>
                <a:path w="11262132" h="950468">
                  <a:moveTo>
                    <a:pt x="0" y="0"/>
                  </a:moveTo>
                  <a:lnTo>
                    <a:pt x="11262132" y="0"/>
                  </a:lnTo>
                  <a:lnTo>
                    <a:pt x="11262132" y="950468"/>
                  </a:lnTo>
                  <a:lnTo>
                    <a:pt x="0" y="950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85F55D48-6B3F-ECAE-A843-04B781790DC7}"/>
                </a:ext>
              </a:extLst>
            </p:cNvPr>
            <p:cNvSpPr txBox="1"/>
            <p:nvPr/>
          </p:nvSpPr>
          <p:spPr>
            <a:xfrm>
              <a:off x="-1422517" y="-85725"/>
              <a:ext cx="12684649" cy="10361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00"/>
                </a:lnSpc>
              </a:pPr>
              <a:r>
                <a:rPr lang="en-US" sz="4000" dirty="0">
                  <a:solidFill>
                    <a:srgbClr val="A6192E"/>
                  </a:solidFill>
                  <a:latin typeface="Impact"/>
                  <a:ea typeface="Impact"/>
                  <a:cs typeface="Impact"/>
                  <a:sym typeface="Impact"/>
                </a:rPr>
                <a:t>MASTER'S IN PROFESSIONAL COMPUTER SCIENCE</a:t>
              </a:r>
            </a:p>
          </p:txBody>
        </p:sp>
      </p:grpSp>
      <p:sp>
        <p:nvSpPr>
          <p:cNvPr id="44" name="Freeform 44" descr="A logo on a black background  AI-generated content may be incorrect.">
            <a:extLst>
              <a:ext uri="{FF2B5EF4-FFF2-40B4-BE49-F238E27FC236}">
                <a16:creationId xmlns:a16="http://schemas.microsoft.com/office/drawing/2014/main" id="{FB6A4EF8-A578-84DB-EBB0-9F8B65DE90D3}"/>
              </a:ext>
            </a:extLst>
          </p:cNvPr>
          <p:cNvSpPr/>
          <p:nvPr/>
        </p:nvSpPr>
        <p:spPr>
          <a:xfrm>
            <a:off x="511783" y="19154662"/>
            <a:ext cx="7050427" cy="2490702"/>
          </a:xfrm>
          <a:custGeom>
            <a:avLst/>
            <a:gdLst/>
            <a:ahLst/>
            <a:cxnLst/>
            <a:rect l="l" t="t" r="r" b="b"/>
            <a:pathLst>
              <a:path w="7050427" h="2490702">
                <a:moveTo>
                  <a:pt x="0" y="0"/>
                </a:moveTo>
                <a:lnTo>
                  <a:pt x="7050427" y="0"/>
                </a:lnTo>
                <a:lnTo>
                  <a:pt x="7050427" y="2490702"/>
                </a:lnTo>
                <a:lnTo>
                  <a:pt x="0" y="249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44" r="-23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>
            <a:extLst>
              <a:ext uri="{FF2B5EF4-FFF2-40B4-BE49-F238E27FC236}">
                <a16:creationId xmlns:a16="http://schemas.microsoft.com/office/drawing/2014/main" id="{FBA0A1CB-4D76-7115-0010-8ADFD21A15E5}"/>
              </a:ext>
            </a:extLst>
          </p:cNvPr>
          <p:cNvGrpSpPr/>
          <p:nvPr/>
        </p:nvGrpSpPr>
        <p:grpSpPr>
          <a:xfrm>
            <a:off x="794222" y="461950"/>
            <a:ext cx="3021900" cy="2554505"/>
            <a:chOff x="0" y="0"/>
            <a:chExt cx="4029200" cy="3406007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B4BE6BE0-7568-BAFB-6AE2-295E80FCE4FD}"/>
                </a:ext>
              </a:extLst>
            </p:cNvPr>
            <p:cNvSpPr/>
            <p:nvPr/>
          </p:nvSpPr>
          <p:spPr>
            <a:xfrm>
              <a:off x="0" y="0"/>
              <a:ext cx="4029200" cy="3406007"/>
            </a:xfrm>
            <a:custGeom>
              <a:avLst/>
              <a:gdLst/>
              <a:ahLst/>
              <a:cxnLst/>
              <a:rect l="l" t="t" r="r" b="b"/>
              <a:pathLst>
                <a:path w="4029200" h="3406007">
                  <a:moveTo>
                    <a:pt x="0" y="0"/>
                  </a:moveTo>
                  <a:lnTo>
                    <a:pt x="4029200" y="0"/>
                  </a:lnTo>
                  <a:lnTo>
                    <a:pt x="4029200" y="3406007"/>
                  </a:lnTo>
                  <a:lnTo>
                    <a:pt x="0" y="3406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245DB621-B1BF-7E7A-84BF-A7210FA44C70}"/>
                </a:ext>
              </a:extLst>
            </p:cNvPr>
            <p:cNvSpPr txBox="1"/>
            <p:nvPr/>
          </p:nvSpPr>
          <p:spPr>
            <a:xfrm>
              <a:off x="0" y="-19050"/>
              <a:ext cx="4029200" cy="34250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Add your logos here</a:t>
              </a:r>
            </a:p>
            <a:p>
              <a:pPr algn="ctr">
                <a:lnSpc>
                  <a:spcPts val="4800"/>
                </a:lnSpc>
              </a:pPr>
              <a:r>
                <a:rPr lang="en-US" sz="40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+ remove this box</a:t>
              </a:r>
            </a:p>
          </p:txBody>
        </p:sp>
      </p:grp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FE03F64C-8118-2EE9-FA4B-406255A34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7492057"/>
            <a:ext cx="14579600" cy="122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6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29" y="1"/>
            <a:ext cx="32938206" cy="3396814"/>
            <a:chOff x="0" y="0"/>
            <a:chExt cx="43917608" cy="45290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17617" cy="4529074"/>
            </a:xfrm>
            <a:custGeom>
              <a:avLst/>
              <a:gdLst/>
              <a:ahLst/>
              <a:cxnLst/>
              <a:rect l="l" t="t" r="r" b="b"/>
              <a:pathLst>
                <a:path w="43917617" h="4529074">
                  <a:moveTo>
                    <a:pt x="0" y="0"/>
                  </a:moveTo>
                  <a:lnTo>
                    <a:pt x="43917617" y="0"/>
                  </a:lnTo>
                  <a:lnTo>
                    <a:pt x="43917617" y="4529074"/>
                  </a:lnTo>
                  <a:lnTo>
                    <a:pt x="0" y="4529074"/>
                  </a:lnTo>
                  <a:close/>
                </a:path>
              </a:pathLst>
            </a:custGeom>
            <a:solidFill>
              <a:srgbClr val="CC06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3917608" cy="454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806" y="451464"/>
            <a:ext cx="32918400" cy="1371600"/>
            <a:chOff x="0" y="0"/>
            <a:chExt cx="43891200" cy="182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91200" cy="1828800"/>
            </a:xfrm>
            <a:custGeom>
              <a:avLst/>
              <a:gdLst/>
              <a:ahLst/>
              <a:cxnLst/>
              <a:rect l="l" t="t" r="r" b="b"/>
              <a:pathLst>
                <a:path w="43891200" h="1828800">
                  <a:moveTo>
                    <a:pt x="0" y="0"/>
                  </a:moveTo>
                  <a:lnTo>
                    <a:pt x="43891200" y="0"/>
                  </a:lnTo>
                  <a:lnTo>
                    <a:pt x="43891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891200" cy="18764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Project Title: An Exciting Project with Even More Exciting Results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806" y="2047956"/>
            <a:ext cx="32918400" cy="694800"/>
            <a:chOff x="0" y="0"/>
            <a:chExt cx="43891200" cy="92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891200" cy="926400"/>
            </a:xfrm>
            <a:custGeom>
              <a:avLst/>
              <a:gdLst/>
              <a:ahLst/>
              <a:cxnLst/>
              <a:rect l="l" t="t" r="r" b="b"/>
              <a:pathLst>
                <a:path w="43891200" h="926400">
                  <a:moveTo>
                    <a:pt x="0" y="0"/>
                  </a:moveTo>
                  <a:lnTo>
                    <a:pt x="43891200" y="0"/>
                  </a:lnTo>
                  <a:lnTo>
                    <a:pt x="43891200" y="926400"/>
                  </a:lnTo>
                  <a:lnTo>
                    <a:pt x="0" y="92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3891200" cy="94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Author Author, Author Author, Author Author, Author Author, and Author Author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1508" y="3978480"/>
            <a:ext cx="16126996" cy="859452"/>
            <a:chOff x="-28523" y="0"/>
            <a:chExt cx="21502662" cy="11459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474139" cy="982993"/>
            </a:xfrm>
            <a:custGeom>
              <a:avLst/>
              <a:gdLst/>
              <a:ahLst/>
              <a:cxnLst/>
              <a:rect l="l" t="t" r="r" b="b"/>
              <a:pathLst>
                <a:path w="21474139" h="982993">
                  <a:moveTo>
                    <a:pt x="0" y="0"/>
                  </a:moveTo>
                  <a:lnTo>
                    <a:pt x="21474139" y="0"/>
                  </a:lnTo>
                  <a:lnTo>
                    <a:pt x="21474139" y="982993"/>
                  </a:lnTo>
                  <a:lnTo>
                    <a:pt x="0" y="982993"/>
                  </a:lnTo>
                  <a:close/>
                </a:path>
              </a:pathLst>
            </a:custGeom>
            <a:solidFill>
              <a:srgbClr val="CD3E3D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28523" y="143891"/>
              <a:ext cx="21474139" cy="10020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CC0633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SECTION TITLE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956000" y="387001"/>
            <a:ext cx="3340885" cy="2703311"/>
            <a:chOff x="-425313" y="0"/>
            <a:chExt cx="4454513" cy="36044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29200" cy="3406007"/>
            </a:xfrm>
            <a:custGeom>
              <a:avLst/>
              <a:gdLst/>
              <a:ahLst/>
              <a:cxnLst/>
              <a:rect l="l" t="t" r="r" b="b"/>
              <a:pathLst>
                <a:path w="4029200" h="3406007">
                  <a:moveTo>
                    <a:pt x="0" y="0"/>
                  </a:moveTo>
                  <a:lnTo>
                    <a:pt x="4029200" y="0"/>
                  </a:lnTo>
                  <a:lnTo>
                    <a:pt x="4029200" y="3406007"/>
                  </a:lnTo>
                  <a:lnTo>
                    <a:pt x="0" y="3406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-425313" y="188883"/>
              <a:ext cx="4029200" cy="34155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56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Optional QR Code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+ remove this box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7164" y="10964411"/>
            <a:ext cx="16121340" cy="1120155"/>
            <a:chOff x="-20981" y="0"/>
            <a:chExt cx="21495120" cy="14935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474139" cy="982993"/>
            </a:xfrm>
            <a:custGeom>
              <a:avLst/>
              <a:gdLst/>
              <a:ahLst/>
              <a:cxnLst/>
              <a:rect l="l" t="t" r="r" b="b"/>
              <a:pathLst>
                <a:path w="21474139" h="982993">
                  <a:moveTo>
                    <a:pt x="0" y="0"/>
                  </a:moveTo>
                  <a:lnTo>
                    <a:pt x="21474139" y="0"/>
                  </a:lnTo>
                  <a:lnTo>
                    <a:pt x="21474139" y="982993"/>
                  </a:lnTo>
                  <a:lnTo>
                    <a:pt x="0" y="982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20981" y="491496"/>
              <a:ext cx="21474139" cy="10020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CC0633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SECTION TITLE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849105" y="4058497"/>
            <a:ext cx="17049489" cy="770113"/>
            <a:chOff x="0" y="0"/>
            <a:chExt cx="22732652" cy="102681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474139" cy="982993"/>
            </a:xfrm>
            <a:custGeom>
              <a:avLst/>
              <a:gdLst/>
              <a:ahLst/>
              <a:cxnLst/>
              <a:rect l="l" t="t" r="r" b="b"/>
              <a:pathLst>
                <a:path w="21474139" h="982993">
                  <a:moveTo>
                    <a:pt x="0" y="0"/>
                  </a:moveTo>
                  <a:lnTo>
                    <a:pt x="21474139" y="0"/>
                  </a:lnTo>
                  <a:lnTo>
                    <a:pt x="21474139" y="982993"/>
                  </a:lnTo>
                  <a:lnTo>
                    <a:pt x="0" y="982993"/>
                  </a:lnTo>
                  <a:close/>
                </a:path>
              </a:pathLst>
            </a:custGeom>
            <a:solidFill>
              <a:srgbClr val="DD0731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8513" y="24773"/>
              <a:ext cx="21474139" cy="10020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CC0633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SECTION TITLE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792990" y="10964411"/>
            <a:ext cx="16759525" cy="1077966"/>
            <a:chOff x="-871895" y="0"/>
            <a:chExt cx="22346034" cy="143728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474139" cy="982993"/>
            </a:xfrm>
            <a:custGeom>
              <a:avLst/>
              <a:gdLst/>
              <a:ahLst/>
              <a:cxnLst/>
              <a:rect l="l" t="t" r="r" b="b"/>
              <a:pathLst>
                <a:path w="21474139" h="982993">
                  <a:moveTo>
                    <a:pt x="0" y="0"/>
                  </a:moveTo>
                  <a:lnTo>
                    <a:pt x="21474139" y="0"/>
                  </a:lnTo>
                  <a:lnTo>
                    <a:pt x="21474139" y="982993"/>
                  </a:lnTo>
                  <a:lnTo>
                    <a:pt x="0" y="982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-871895" y="435243"/>
              <a:ext cx="21474139" cy="10020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CC0633"/>
                  </a:solidFill>
                  <a:latin typeface="Trebuchet MS 1 Bold"/>
                  <a:ea typeface="Trebuchet MS 1 Bold"/>
                  <a:cs typeface="Trebuchet MS 1 Bold"/>
                  <a:sym typeface="Trebuchet MS 1 Bold"/>
                </a:rPr>
                <a:t>SECTION TITLE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2566085" y="19841888"/>
            <a:ext cx="9730800" cy="1446509"/>
            <a:chOff x="0" y="0"/>
            <a:chExt cx="12974400" cy="192867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974400" cy="1928679"/>
            </a:xfrm>
            <a:custGeom>
              <a:avLst/>
              <a:gdLst/>
              <a:ahLst/>
              <a:cxnLst/>
              <a:rect l="l" t="t" r="r" b="b"/>
              <a:pathLst>
                <a:path w="12974400" h="1928679">
                  <a:moveTo>
                    <a:pt x="0" y="0"/>
                  </a:moveTo>
                  <a:lnTo>
                    <a:pt x="12974400" y="0"/>
                  </a:lnTo>
                  <a:lnTo>
                    <a:pt x="12974400" y="1928679"/>
                  </a:lnTo>
                  <a:lnTo>
                    <a:pt x="0" y="19286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12974400" cy="19382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Arab Times"/>
                  <a:ea typeface="Arab Times"/>
                  <a:cs typeface="Arab Times"/>
                  <a:sym typeface="Arab Times"/>
                </a:rPr>
                <a:t>[Footer: links, additional logos...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Arab Times"/>
                  <a:ea typeface="Arab Times"/>
                  <a:cs typeface="Arab Times"/>
                  <a:sym typeface="Arab Times"/>
                </a:rPr>
                <a:t>QR codes etc., remove box if not needed]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546207" y="20456535"/>
            <a:ext cx="9589687" cy="777145"/>
            <a:chOff x="-1422517" y="-85725"/>
            <a:chExt cx="12684649" cy="103619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262132" cy="950468"/>
            </a:xfrm>
            <a:custGeom>
              <a:avLst/>
              <a:gdLst/>
              <a:ahLst/>
              <a:cxnLst/>
              <a:rect l="l" t="t" r="r" b="b"/>
              <a:pathLst>
                <a:path w="11262132" h="950468">
                  <a:moveTo>
                    <a:pt x="0" y="0"/>
                  </a:moveTo>
                  <a:lnTo>
                    <a:pt x="11262132" y="0"/>
                  </a:lnTo>
                  <a:lnTo>
                    <a:pt x="11262132" y="950468"/>
                  </a:lnTo>
                  <a:lnTo>
                    <a:pt x="0" y="950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-1422517" y="-85725"/>
              <a:ext cx="12684649" cy="10361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00"/>
                </a:lnSpc>
              </a:pPr>
              <a:r>
                <a:rPr lang="en-US" sz="4000" dirty="0">
                  <a:solidFill>
                    <a:srgbClr val="A6192E"/>
                  </a:solidFill>
                  <a:latin typeface="Impact"/>
                  <a:ea typeface="Impact"/>
                  <a:cs typeface="Impact"/>
                  <a:sym typeface="Impact"/>
                </a:rPr>
                <a:t>MASTER'S IN PROFESSIONAL COMPUTER SCIENCE</a:t>
              </a:r>
            </a:p>
          </p:txBody>
        </p:sp>
      </p:grpSp>
      <p:sp>
        <p:nvSpPr>
          <p:cNvPr id="44" name="Freeform 44" descr="A logo on a black background  AI-generated content may be incorrect."/>
          <p:cNvSpPr/>
          <p:nvPr/>
        </p:nvSpPr>
        <p:spPr>
          <a:xfrm>
            <a:off x="511783" y="19154662"/>
            <a:ext cx="7050427" cy="2490702"/>
          </a:xfrm>
          <a:custGeom>
            <a:avLst/>
            <a:gdLst/>
            <a:ahLst/>
            <a:cxnLst/>
            <a:rect l="l" t="t" r="r" b="b"/>
            <a:pathLst>
              <a:path w="7050427" h="2490702">
                <a:moveTo>
                  <a:pt x="0" y="0"/>
                </a:moveTo>
                <a:lnTo>
                  <a:pt x="7050427" y="0"/>
                </a:lnTo>
                <a:lnTo>
                  <a:pt x="7050427" y="2490702"/>
                </a:lnTo>
                <a:lnTo>
                  <a:pt x="0" y="249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44" r="-23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794222" y="461950"/>
            <a:ext cx="3021900" cy="2554505"/>
            <a:chOff x="0" y="0"/>
            <a:chExt cx="4029200" cy="340600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029200" cy="3406007"/>
            </a:xfrm>
            <a:custGeom>
              <a:avLst/>
              <a:gdLst/>
              <a:ahLst/>
              <a:cxnLst/>
              <a:rect l="l" t="t" r="r" b="b"/>
              <a:pathLst>
                <a:path w="4029200" h="3406007">
                  <a:moveTo>
                    <a:pt x="0" y="0"/>
                  </a:moveTo>
                  <a:lnTo>
                    <a:pt x="4029200" y="0"/>
                  </a:lnTo>
                  <a:lnTo>
                    <a:pt x="4029200" y="3406007"/>
                  </a:lnTo>
                  <a:lnTo>
                    <a:pt x="0" y="3406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4029200" cy="34250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00"/>
                </a:lnSpc>
              </a:pPr>
              <a:r>
                <a:rPr lang="en-US" sz="40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Add your logos here</a:t>
              </a:r>
            </a:p>
            <a:p>
              <a:pPr algn="ctr">
                <a:lnSpc>
                  <a:spcPts val="4800"/>
                </a:lnSpc>
              </a:pPr>
              <a:r>
                <a:rPr lang="en-US" sz="4000" dirty="0">
                  <a:solidFill>
                    <a:srgbClr val="FFFFFF"/>
                  </a:solidFill>
                  <a:latin typeface="Trebuchet MS 2"/>
                  <a:ea typeface="Trebuchet MS 2"/>
                  <a:cs typeface="Trebuchet MS 2"/>
                  <a:sym typeface="Trebuchet MS 2"/>
                </a:rPr>
                <a:t>+ remove this box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B7861BE-4310-4DB3-AD96-80C9B6E05A41}"/>
              </a:ext>
            </a:extLst>
          </p:cNvPr>
          <p:cNvSpPr txBox="1"/>
          <p:nvPr/>
        </p:nvSpPr>
        <p:spPr>
          <a:xfrm>
            <a:off x="990600" y="5022242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  <a:cs typeface="Arab Times" panose="020B0604020202020204" charset="-78"/>
              </a:rPr>
              <a:t>Some text and visuals here …</a:t>
            </a:r>
            <a:endParaRPr lang="en-US" sz="3200" dirty="0">
              <a:latin typeface="Trebuchet MS" panose="020B0603020202020204" pitchFamily="34" charset="0"/>
              <a:cs typeface="Arab Times" panose="020B0604020202020204" charset="-7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F487DF-5DF8-4E5D-BD83-056E071AACA3}"/>
              </a:ext>
            </a:extLst>
          </p:cNvPr>
          <p:cNvSpPr txBox="1"/>
          <p:nvPr/>
        </p:nvSpPr>
        <p:spPr>
          <a:xfrm>
            <a:off x="990600" y="12263464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  <a:cs typeface="Arab Times" panose="020B0604020202020204" charset="-78"/>
              </a:rPr>
              <a:t>Some text and visuals here …</a:t>
            </a:r>
            <a:endParaRPr lang="en-US" sz="3200" dirty="0">
              <a:latin typeface="Trebuchet MS" panose="020B0603020202020204" pitchFamily="34" charset="0"/>
              <a:cs typeface="Arab Times" panose="020B0604020202020204" charset="-78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9AB6B3-5395-4E6B-8C4C-8AECF42E0CF1}"/>
              </a:ext>
            </a:extLst>
          </p:cNvPr>
          <p:cNvSpPr txBox="1"/>
          <p:nvPr/>
        </p:nvSpPr>
        <p:spPr>
          <a:xfrm>
            <a:off x="19202400" y="4939254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  <a:cs typeface="Arab Times" panose="020B0604020202020204" charset="-78"/>
              </a:rPr>
              <a:t>Some text and visuals here …</a:t>
            </a:r>
            <a:endParaRPr lang="en-US" sz="3200" dirty="0">
              <a:latin typeface="Trebuchet MS" panose="020B0603020202020204" pitchFamily="34" charset="0"/>
              <a:cs typeface="Arab Times" panose="020B0604020202020204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14A911-1FAE-403D-A17B-AF5790AEF026}"/>
              </a:ext>
            </a:extLst>
          </p:cNvPr>
          <p:cNvSpPr txBox="1"/>
          <p:nvPr/>
        </p:nvSpPr>
        <p:spPr>
          <a:xfrm>
            <a:off x="19202400" y="12286655"/>
            <a:ext cx="1402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  <a:cs typeface="Arab Times" panose="020B0604020202020204" charset="-78"/>
              </a:rPr>
              <a:t>Some text and visuals here …</a:t>
            </a:r>
            <a:endParaRPr lang="en-US" sz="3200" dirty="0">
              <a:latin typeface="Trebuchet MS" panose="020B0603020202020204" pitchFamily="34" charset="0"/>
              <a:cs typeface="Arab Times" panose="020B060402020202020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F7A940D95E0144B90D147B1E5F4C81" ma:contentTypeVersion="13" ma:contentTypeDescription="Create a new document." ma:contentTypeScope="" ma:versionID="78dad590922fcc96079247fce2b91292">
  <xsd:schema xmlns:xsd="http://www.w3.org/2001/XMLSchema" xmlns:xs="http://www.w3.org/2001/XMLSchema" xmlns:p="http://schemas.microsoft.com/office/2006/metadata/properties" xmlns:ns2="06819ae1-ccea-4335-ac47-7d1392054797" xmlns:ns3="1eebba13-87e8-4533-82ce-dc5b9b5aeab5" targetNamespace="http://schemas.microsoft.com/office/2006/metadata/properties" ma:root="true" ma:fieldsID="13523abbe3a65d5e9dc3f0a521bd0641" ns2:_="" ns3:_="">
    <xsd:import namespace="06819ae1-ccea-4335-ac47-7d1392054797"/>
    <xsd:import namespace="1eebba13-87e8-4533-82ce-dc5b9b5aea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9ae1-ccea-4335-ac47-7d1392054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9aa0ad0-c4c5-4ed8-abb5-19e3095d9e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bba13-87e8-4533-82ce-dc5b9b5aeab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819ae1-ccea-4335-ac47-7d13920547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748CD8-EF3E-44BC-BEE9-5BD133B3B5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2FBC07-FCED-4D9A-9ADB-D36146CF8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819ae1-ccea-4335-ac47-7d1392054797"/>
    <ds:schemaRef ds:uri="1eebba13-87e8-4533-82ce-dc5b9b5aea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F5959-186C-409F-9BED-7650B1CEDA04}">
  <ds:schemaRefs>
    <ds:schemaRef ds:uri="http://schemas.microsoft.com/office/2006/metadata/properties"/>
    <ds:schemaRef ds:uri="http://schemas.microsoft.com/office/infopath/2007/PartnerControls"/>
    <ds:schemaRef ds:uri="06819ae1-ccea-4335-ac47-7d13920547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162</Words>
  <Application>Microsoft Macintosh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Trebuchet MS 1 Bold</vt:lpstr>
      <vt:lpstr>Impact</vt:lpstr>
      <vt:lpstr>Arial</vt:lpstr>
      <vt:lpstr>Trebuchet MS 2</vt:lpstr>
      <vt:lpstr>Calibri (MS)</vt:lpstr>
      <vt:lpstr>Trebuchet MS</vt:lpstr>
      <vt:lpstr>Arab Times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template_mpcs copy</dc:title>
  <dc:creator>Rachel Luk</dc:creator>
  <cp:lastModifiedBy>Yunshan Feng</cp:lastModifiedBy>
  <cp:revision>4</cp:revision>
  <dcterms:created xsi:type="dcterms:W3CDTF">2006-08-16T00:00:00Z</dcterms:created>
  <dcterms:modified xsi:type="dcterms:W3CDTF">2026-04-21T00:44:55Z</dcterms:modified>
  <dc:identifier>DAGjDUzTaDw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0x010100ACF7A940D95E0144B90D147B1E5F4C81</vt:lpwstr>
  </property>
</Properties>
</file>